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Bellman-Ford is the algorithm behind RIP. Routers exchange distance vectors every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OSPF uses Dijkstra's shortest path algorithm. Link-state databases must be identical on all routers.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tip: know which protocol uses which algorithm, and why distance vector can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Distance-vector routing shares tables with neighbours.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Link-state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router floods link-state advertisements and computes shortest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the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Link state: global knowledge, fast convergence. Distance vector: local knowledge, may count to infinity.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